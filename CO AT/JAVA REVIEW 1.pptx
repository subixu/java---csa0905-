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7" r:id="rId1"/>
  </p:sldMasterIdLst>
  <p:notesMasterIdLst>
    <p:notesMasterId r:id="rId12"/>
  </p:notesMasterIdLst>
  <p:sldIdLst>
    <p:sldId id="256" r:id="rId2"/>
    <p:sldId id="257" r:id="rId3"/>
    <p:sldId id="336" r:id="rId4"/>
    <p:sldId id="341" r:id="rId5"/>
    <p:sldId id="335" r:id="rId6"/>
    <p:sldId id="337" r:id="rId7"/>
    <p:sldId id="339" r:id="rId8"/>
    <p:sldId id="342" r:id="rId9"/>
    <p:sldId id="288" r:id="rId10"/>
    <p:sldId id="32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E1E1CE-C908-4BC8-9834-047B401F9EB0}" v="22" dt="2026-08-05T07:01:21.760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1765" autoAdjust="0"/>
  </p:normalViewPr>
  <p:slideViewPr>
    <p:cSldViewPr snapToGrid="0" snapToObjects="1">
      <p:cViewPr varScale="1">
        <p:scale>
          <a:sx n="75" d="100"/>
          <a:sy n="75" d="100"/>
        </p:scale>
        <p:origin x="169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 PRIYA" userId="458969c38c04ed81" providerId="LiveId" clId="{2AEBAFAC-349E-4B78-8943-BD36FAD36252}"/>
    <pc:docChg chg="undo custSel addSld delSld modSld">
      <pc:chgData name="HEMA PRIYA" userId="458969c38c04ed81" providerId="LiveId" clId="{2AEBAFAC-349E-4B78-8943-BD36FAD36252}" dt="2026-08-05T07:07:08.674" v="471" actId="20577"/>
      <pc:docMkLst>
        <pc:docMk/>
      </pc:docMkLst>
      <pc:sldChg chg="addSp delSp modSp mod">
        <pc:chgData name="HEMA PRIYA" userId="458969c38c04ed81" providerId="LiveId" clId="{2AEBAFAC-349E-4B78-8943-BD36FAD36252}" dt="2026-08-05T07:06:45.803" v="467" actId="113"/>
        <pc:sldMkLst>
          <pc:docMk/>
          <pc:sldMk cId="0" sldId="256"/>
        </pc:sldMkLst>
        <pc:spChg chg="del mod">
          <ac:chgData name="HEMA PRIYA" userId="458969c38c04ed81" providerId="LiveId" clId="{2AEBAFAC-349E-4B78-8943-BD36FAD36252}" dt="2026-08-05T06:22:51.374" v="3" actId="478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HEMA PRIYA" userId="458969c38c04ed81" providerId="LiveId" clId="{2AEBAFAC-349E-4B78-8943-BD36FAD36252}" dt="2026-08-05T06:25:45.565" v="15" actId="1076"/>
          <ac:spMkLst>
            <pc:docMk/>
            <pc:sldMk cId="0" sldId="256"/>
            <ac:spMk id="5" creationId="{F7DE70A4-8846-A5E3-030A-822E4A179047}"/>
          </ac:spMkLst>
        </pc:spChg>
        <pc:spChg chg="add mod">
          <ac:chgData name="HEMA PRIYA" userId="458969c38c04ed81" providerId="LiveId" clId="{2AEBAFAC-349E-4B78-8943-BD36FAD36252}" dt="2026-08-05T07:06:45.803" v="467" actId="113"/>
          <ac:spMkLst>
            <pc:docMk/>
            <pc:sldMk cId="0" sldId="256"/>
            <ac:spMk id="6" creationId="{801EA813-00CE-81A2-59A3-679B76F4247C}"/>
          </ac:spMkLst>
        </pc:spChg>
        <pc:spChg chg="add mod">
          <ac:chgData name="HEMA PRIYA" userId="458969c38c04ed81" providerId="LiveId" clId="{2AEBAFAC-349E-4B78-8943-BD36FAD36252}" dt="2026-08-05T07:05:58.491" v="461" actId="2711"/>
          <ac:spMkLst>
            <pc:docMk/>
            <pc:sldMk cId="0" sldId="256"/>
            <ac:spMk id="7" creationId="{8E3EB20B-A822-2B97-9DD1-B14EC7E5F753}"/>
          </ac:spMkLst>
        </pc:spChg>
        <pc:spChg chg="del">
          <ac:chgData name="HEMA PRIYA" userId="458969c38c04ed81" providerId="LiveId" clId="{2AEBAFAC-349E-4B78-8943-BD36FAD36252}" dt="2026-08-05T06:22:44.071" v="0" actId="478"/>
          <ac:spMkLst>
            <pc:docMk/>
            <pc:sldMk cId="0" sldId="256"/>
            <ac:spMk id="8" creationId="{63F48A80-4DF2-B93B-681A-B60D9E8A02A3}"/>
          </ac:spMkLst>
        </pc:spChg>
        <pc:spChg chg="del">
          <ac:chgData name="HEMA PRIYA" userId="458969c38c04ed81" providerId="LiveId" clId="{2AEBAFAC-349E-4B78-8943-BD36FAD36252}" dt="2026-08-05T06:22:54.690" v="4" actId="478"/>
          <ac:spMkLst>
            <pc:docMk/>
            <pc:sldMk cId="0" sldId="256"/>
            <ac:spMk id="10" creationId="{4E572B55-FA49-9F80-9FA9-890E9661E25A}"/>
          </ac:spMkLst>
        </pc:spChg>
      </pc:sldChg>
      <pc:sldChg chg="addSp delSp modSp mod">
        <pc:chgData name="HEMA PRIYA" userId="458969c38c04ed81" providerId="LiveId" clId="{2AEBAFAC-349E-4B78-8943-BD36FAD36252}" dt="2026-08-05T06:34:21.037" v="184" actId="1076"/>
        <pc:sldMkLst>
          <pc:docMk/>
          <pc:sldMk cId="0" sldId="257"/>
        </pc:sldMkLst>
        <pc:spChg chg="mod">
          <ac:chgData name="HEMA PRIYA" userId="458969c38c04ed81" providerId="LiveId" clId="{2AEBAFAC-349E-4B78-8943-BD36FAD36252}" dt="2026-08-05T06:30:55.345" v="13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HEMA PRIYA" userId="458969c38c04ed81" providerId="LiveId" clId="{2AEBAFAC-349E-4B78-8943-BD36FAD36252}" dt="2026-08-05T06:29:13.790" v="126" actId="478"/>
          <ac:spMkLst>
            <pc:docMk/>
            <pc:sldMk cId="0" sldId="257"/>
            <ac:spMk id="7" creationId="{66560196-817B-E2BD-9FFE-7E61DFE959F2}"/>
          </ac:spMkLst>
        </pc:spChg>
        <pc:spChg chg="add mod">
          <ac:chgData name="HEMA PRIYA" userId="458969c38c04ed81" providerId="LiveId" clId="{2AEBAFAC-349E-4B78-8943-BD36FAD36252}" dt="2026-08-05T06:34:21.037" v="184" actId="1076"/>
          <ac:spMkLst>
            <pc:docMk/>
            <pc:sldMk cId="0" sldId="257"/>
            <ac:spMk id="8" creationId="{759AFE8E-8EED-A8B0-4295-EC235242B18B}"/>
          </ac:spMkLst>
        </pc:spChg>
      </pc:sldChg>
      <pc:sldChg chg="del">
        <pc:chgData name="HEMA PRIYA" userId="458969c38c04ed81" providerId="LiveId" clId="{2AEBAFAC-349E-4B78-8943-BD36FAD36252}" dt="2026-08-05T06:51:15.760" v="360" actId="47"/>
        <pc:sldMkLst>
          <pc:docMk/>
          <pc:sldMk cId="0" sldId="266"/>
        </pc:sldMkLst>
      </pc:sldChg>
      <pc:sldChg chg="del">
        <pc:chgData name="HEMA PRIYA" userId="458969c38c04ed81" providerId="LiveId" clId="{2AEBAFAC-349E-4B78-8943-BD36FAD36252}" dt="2026-08-05T06:51:14.161" v="359" actId="47"/>
        <pc:sldMkLst>
          <pc:docMk/>
          <pc:sldMk cId="0" sldId="267"/>
        </pc:sldMkLst>
      </pc:sldChg>
      <pc:sldChg chg="addSp delSp modSp mod">
        <pc:chgData name="HEMA PRIYA" userId="458969c38c04ed81" providerId="LiveId" clId="{2AEBAFAC-349E-4B78-8943-BD36FAD36252}" dt="2026-08-05T06:50:42.318" v="358" actId="1076"/>
        <pc:sldMkLst>
          <pc:docMk/>
          <pc:sldMk cId="0" sldId="288"/>
        </pc:sldMkLst>
        <pc:spChg chg="mod">
          <ac:chgData name="HEMA PRIYA" userId="458969c38c04ed81" providerId="LiveId" clId="{2AEBAFAC-349E-4B78-8943-BD36FAD36252}" dt="2026-08-05T06:48:32.568" v="331" actId="113"/>
          <ac:spMkLst>
            <pc:docMk/>
            <pc:sldMk cId="0" sldId="288"/>
            <ac:spMk id="2" creationId="{00000000-0000-0000-0000-000000000000}"/>
          </ac:spMkLst>
        </pc:spChg>
        <pc:spChg chg="add mod">
          <ac:chgData name="HEMA PRIYA" userId="458969c38c04ed81" providerId="LiveId" clId="{2AEBAFAC-349E-4B78-8943-BD36FAD36252}" dt="2026-08-05T06:50:42.318" v="358" actId="1076"/>
          <ac:spMkLst>
            <pc:docMk/>
            <pc:sldMk cId="0" sldId="288"/>
            <ac:spMk id="7" creationId="{240A4EF8-F686-FC21-6BD5-613F42187E99}"/>
          </ac:spMkLst>
        </pc:spChg>
        <pc:picChg chg="del">
          <ac:chgData name="HEMA PRIYA" userId="458969c38c04ed81" providerId="LiveId" clId="{2AEBAFAC-349E-4B78-8943-BD36FAD36252}" dt="2026-08-05T06:48:34.517" v="332" actId="478"/>
          <ac:picMkLst>
            <pc:docMk/>
            <pc:sldMk cId="0" sldId="288"/>
            <ac:picMk id="6" creationId="{9E106F64-2EBA-79FF-DC92-12F7BD3DE4EA}"/>
          </ac:picMkLst>
        </pc:picChg>
      </pc:sldChg>
      <pc:sldChg chg="addSp delSp modSp mod">
        <pc:chgData name="HEMA PRIYA" userId="458969c38c04ed81" providerId="LiveId" clId="{2AEBAFAC-349E-4B78-8943-BD36FAD36252}" dt="2026-08-05T06:52:17.169" v="369" actId="14734"/>
        <pc:sldMkLst>
          <pc:docMk/>
          <pc:sldMk cId="4276870446" sldId="335"/>
        </pc:sldMkLst>
        <pc:spChg chg="mod">
          <ac:chgData name="HEMA PRIYA" userId="458969c38c04ed81" providerId="LiveId" clId="{2AEBAFAC-349E-4B78-8943-BD36FAD36252}" dt="2026-08-05T06:51:54.625" v="364" actId="14100"/>
          <ac:spMkLst>
            <pc:docMk/>
            <pc:sldMk cId="4276870446" sldId="335"/>
            <ac:spMk id="2" creationId="{92A95506-4FAC-D68B-816B-19D616FF9953}"/>
          </ac:spMkLst>
        </pc:spChg>
        <pc:spChg chg="add del mod">
          <ac:chgData name="HEMA PRIYA" userId="458969c38c04ed81" providerId="LiveId" clId="{2AEBAFAC-349E-4B78-8943-BD36FAD36252}" dt="2026-08-05T06:39:05.377" v="235" actId="478"/>
          <ac:spMkLst>
            <pc:docMk/>
            <pc:sldMk cId="4276870446" sldId="335"/>
            <ac:spMk id="5" creationId="{3A6F207B-236F-265D-9F3E-CAD97F8CCB08}"/>
          </ac:spMkLst>
        </pc:spChg>
        <pc:graphicFrameChg chg="add mod modGraphic">
          <ac:chgData name="HEMA PRIYA" userId="458969c38c04ed81" providerId="LiveId" clId="{2AEBAFAC-349E-4B78-8943-BD36FAD36252}" dt="2026-08-05T06:52:17.169" v="369" actId="14734"/>
          <ac:graphicFrameMkLst>
            <pc:docMk/>
            <pc:sldMk cId="4276870446" sldId="335"/>
            <ac:graphicFrameMk id="8" creationId="{6B7D9256-D971-CA6A-2599-4F3A5322FB7C}"/>
          </ac:graphicFrameMkLst>
        </pc:graphicFrameChg>
        <pc:picChg chg="mod">
          <ac:chgData name="HEMA PRIYA" userId="458969c38c04ed81" providerId="LiveId" clId="{2AEBAFAC-349E-4B78-8943-BD36FAD36252}" dt="2026-08-05T06:51:59.041" v="365" actId="1076"/>
          <ac:picMkLst>
            <pc:docMk/>
            <pc:sldMk cId="4276870446" sldId="335"/>
            <ac:picMk id="3" creationId="{6EA57BE7-A8F3-1BE5-C012-73151E1DF7E2}"/>
          </ac:picMkLst>
        </pc:picChg>
        <pc:picChg chg="mod">
          <ac:chgData name="HEMA PRIYA" userId="458969c38c04ed81" providerId="LiveId" clId="{2AEBAFAC-349E-4B78-8943-BD36FAD36252}" dt="2026-08-05T06:52:02.215" v="366" actId="1076"/>
          <ac:picMkLst>
            <pc:docMk/>
            <pc:sldMk cId="4276870446" sldId="335"/>
            <ac:picMk id="4" creationId="{16791363-F884-4968-C892-B1E8018BCD2B}"/>
          </ac:picMkLst>
        </pc:picChg>
        <pc:picChg chg="del">
          <ac:chgData name="HEMA PRIYA" userId="458969c38c04ed81" providerId="LiveId" clId="{2AEBAFAC-349E-4B78-8943-BD36FAD36252}" dt="2026-08-05T06:38:46.169" v="233" actId="478"/>
          <ac:picMkLst>
            <pc:docMk/>
            <pc:sldMk cId="4276870446" sldId="335"/>
            <ac:picMk id="7" creationId="{DA2B805E-9FE9-5E78-3535-3A1FB8FE9189}"/>
          </ac:picMkLst>
        </pc:picChg>
      </pc:sldChg>
      <pc:sldChg chg="modSp mod">
        <pc:chgData name="HEMA PRIYA" userId="458969c38c04ed81" providerId="LiveId" clId="{2AEBAFAC-349E-4B78-8943-BD36FAD36252}" dt="2026-08-05T06:37:58.751" v="225" actId="1076"/>
        <pc:sldMkLst>
          <pc:docMk/>
          <pc:sldMk cId="1992829438" sldId="336"/>
        </pc:sldMkLst>
        <pc:spChg chg="mod">
          <ac:chgData name="HEMA PRIYA" userId="458969c38c04ed81" providerId="LiveId" clId="{2AEBAFAC-349E-4B78-8943-BD36FAD36252}" dt="2026-08-05T06:37:52.862" v="224" actId="1076"/>
          <ac:spMkLst>
            <pc:docMk/>
            <pc:sldMk cId="1992829438" sldId="336"/>
            <ac:spMk id="2" creationId="{3DF10F93-595B-298E-92E5-EF9DCAB63857}"/>
          </ac:spMkLst>
        </pc:spChg>
        <pc:spChg chg="mod">
          <ac:chgData name="HEMA PRIYA" userId="458969c38c04ed81" providerId="LiveId" clId="{2AEBAFAC-349E-4B78-8943-BD36FAD36252}" dt="2026-08-05T06:37:58.751" v="225" actId="1076"/>
          <ac:spMkLst>
            <pc:docMk/>
            <pc:sldMk cId="1992829438" sldId="336"/>
            <ac:spMk id="7" creationId="{075ADF60-F222-B6FA-1F85-2B50AF4D3B53}"/>
          </ac:spMkLst>
        </pc:spChg>
        <pc:picChg chg="mod">
          <ac:chgData name="HEMA PRIYA" userId="458969c38c04ed81" providerId="LiveId" clId="{2AEBAFAC-349E-4B78-8943-BD36FAD36252}" dt="2026-08-05T06:37:45.285" v="222" actId="1076"/>
          <ac:picMkLst>
            <pc:docMk/>
            <pc:sldMk cId="1992829438" sldId="336"/>
            <ac:picMk id="4" creationId="{62710E05-3BE2-5D23-D594-B08CDCC28EEB}"/>
          </ac:picMkLst>
        </pc:picChg>
        <pc:picChg chg="mod">
          <ac:chgData name="HEMA PRIYA" userId="458969c38c04ed81" providerId="LiveId" clId="{2AEBAFAC-349E-4B78-8943-BD36FAD36252}" dt="2026-08-05T06:37:49.427" v="223" actId="1076"/>
          <ac:picMkLst>
            <pc:docMk/>
            <pc:sldMk cId="1992829438" sldId="336"/>
            <ac:picMk id="5" creationId="{ED983132-E10A-10C6-16A3-D06C9B2ED5D3}"/>
          </ac:picMkLst>
        </pc:picChg>
      </pc:sldChg>
      <pc:sldChg chg="modSp mod">
        <pc:chgData name="HEMA PRIYA" userId="458969c38c04ed81" providerId="LiveId" clId="{2AEBAFAC-349E-4B78-8943-BD36FAD36252}" dt="2026-08-05T07:07:08.674" v="471" actId="20577"/>
        <pc:sldMkLst>
          <pc:docMk/>
          <pc:sldMk cId="900372208" sldId="337"/>
        </pc:sldMkLst>
        <pc:spChg chg="mod">
          <ac:chgData name="HEMA PRIYA" userId="458969c38c04ed81" providerId="LiveId" clId="{2AEBAFAC-349E-4B78-8943-BD36FAD36252}" dt="2026-08-05T06:51:47.062" v="363" actId="255"/>
          <ac:spMkLst>
            <pc:docMk/>
            <pc:sldMk cId="900372208" sldId="337"/>
            <ac:spMk id="2" creationId="{45D6D1BC-FE07-446A-E207-D59FA1821A5F}"/>
          </ac:spMkLst>
        </pc:spChg>
        <pc:spChg chg="mod">
          <ac:chgData name="HEMA PRIYA" userId="458969c38c04ed81" providerId="LiveId" clId="{2AEBAFAC-349E-4B78-8943-BD36FAD36252}" dt="2026-08-05T07:07:08.674" v="471" actId="20577"/>
          <ac:spMkLst>
            <pc:docMk/>
            <pc:sldMk cId="900372208" sldId="337"/>
            <ac:spMk id="7" creationId="{267E35DE-0EB6-23CA-8EC9-C528703142E6}"/>
          </ac:spMkLst>
        </pc:spChg>
      </pc:sldChg>
      <pc:sldChg chg="addSp delSp modSp mod">
        <pc:chgData name="HEMA PRIYA" userId="458969c38c04ed81" providerId="LiveId" clId="{2AEBAFAC-349E-4B78-8943-BD36FAD36252}" dt="2026-08-05T07:01:26.388" v="400"/>
        <pc:sldMkLst>
          <pc:docMk/>
          <pc:sldMk cId="449290073" sldId="339"/>
        </pc:sldMkLst>
        <pc:spChg chg="mod">
          <ac:chgData name="HEMA PRIYA" userId="458969c38c04ed81" providerId="LiveId" clId="{2AEBAFAC-349E-4B78-8943-BD36FAD36252}" dt="2026-08-05T06:51:31.989" v="362" actId="1076"/>
          <ac:spMkLst>
            <pc:docMk/>
            <pc:sldMk cId="449290073" sldId="339"/>
            <ac:spMk id="2" creationId="{D098C714-C771-1FFD-06CE-6B58E2596209}"/>
          </ac:spMkLst>
        </pc:spChg>
        <pc:spChg chg="add del mod">
          <ac:chgData name="HEMA PRIYA" userId="458969c38c04ed81" providerId="LiveId" clId="{2AEBAFAC-349E-4B78-8943-BD36FAD36252}" dt="2026-08-05T07:01:26.388" v="400"/>
          <ac:spMkLst>
            <pc:docMk/>
            <pc:sldMk cId="449290073" sldId="339"/>
            <ac:spMk id="5" creationId="{29E78581-2989-0E3D-8031-F45E701305F8}"/>
          </ac:spMkLst>
        </pc:spChg>
        <pc:spChg chg="mod">
          <ac:chgData name="HEMA PRIYA" userId="458969c38c04ed81" providerId="LiveId" clId="{2AEBAFAC-349E-4B78-8943-BD36FAD36252}" dt="2026-08-05T06:51:28.137" v="361" actId="1076"/>
          <ac:spMkLst>
            <pc:docMk/>
            <pc:sldMk cId="449290073" sldId="339"/>
            <ac:spMk id="7" creationId="{22009158-6B17-218C-6689-09FA5132284C}"/>
          </ac:spMkLst>
        </pc:spChg>
      </pc:sldChg>
      <pc:sldChg chg="addSp delSp modSp mod">
        <pc:chgData name="HEMA PRIYA" userId="458969c38c04ed81" providerId="LiveId" clId="{2AEBAFAC-349E-4B78-8943-BD36FAD36252}" dt="2026-08-05T06:54:07.463" v="395" actId="12"/>
        <pc:sldMkLst>
          <pc:docMk/>
          <pc:sldMk cId="3809466647" sldId="341"/>
        </pc:sldMkLst>
        <pc:spChg chg="mod">
          <ac:chgData name="HEMA PRIYA" userId="458969c38c04ed81" providerId="LiveId" clId="{2AEBAFAC-349E-4B78-8943-BD36FAD36252}" dt="2026-08-05T06:38:14.909" v="229" actId="14100"/>
          <ac:spMkLst>
            <pc:docMk/>
            <pc:sldMk cId="3809466647" sldId="341"/>
            <ac:spMk id="2" creationId="{BDC690FF-CE4A-47DB-D2CA-354633D13E46}"/>
          </ac:spMkLst>
        </pc:spChg>
        <pc:spChg chg="add mod">
          <ac:chgData name="HEMA PRIYA" userId="458969c38c04ed81" providerId="LiveId" clId="{2AEBAFAC-349E-4B78-8943-BD36FAD36252}" dt="2026-08-05T06:54:07.463" v="395" actId="12"/>
          <ac:spMkLst>
            <pc:docMk/>
            <pc:sldMk cId="3809466647" sldId="341"/>
            <ac:spMk id="6" creationId="{AA51E5B8-82AE-16FE-524C-7B9AC2408648}"/>
          </ac:spMkLst>
        </pc:spChg>
        <pc:spChg chg="del mod">
          <ac:chgData name="HEMA PRIYA" userId="458969c38c04ed81" providerId="LiveId" clId="{2AEBAFAC-349E-4B78-8943-BD36FAD36252}" dt="2026-08-05T06:35:58.170" v="200"/>
          <ac:spMkLst>
            <pc:docMk/>
            <pc:sldMk cId="3809466647" sldId="341"/>
            <ac:spMk id="9" creationId="{E687CC83-B4D5-82AB-97E2-5BDB3CB5ED5A}"/>
          </ac:spMkLst>
        </pc:spChg>
        <pc:picChg chg="mod">
          <ac:chgData name="HEMA PRIYA" userId="458969c38c04ed81" providerId="LiveId" clId="{2AEBAFAC-349E-4B78-8943-BD36FAD36252}" dt="2026-08-05T06:38:03.934" v="226" actId="1076"/>
          <ac:picMkLst>
            <pc:docMk/>
            <pc:sldMk cId="3809466647" sldId="341"/>
            <ac:picMk id="4" creationId="{E3140E34-D505-EB39-4955-721B80BDD8C4}"/>
          </ac:picMkLst>
        </pc:picChg>
        <pc:picChg chg="mod">
          <ac:chgData name="HEMA PRIYA" userId="458969c38c04ed81" providerId="LiveId" clId="{2AEBAFAC-349E-4B78-8943-BD36FAD36252}" dt="2026-08-05T06:38:08.521" v="227" actId="1076"/>
          <ac:picMkLst>
            <pc:docMk/>
            <pc:sldMk cId="3809466647" sldId="341"/>
            <ac:picMk id="5" creationId="{B0111CFA-F339-1B1B-E9C9-4A2C51B4F709}"/>
          </ac:picMkLst>
        </pc:picChg>
      </pc:sldChg>
      <pc:sldChg chg="addSp delSp modSp new mod">
        <pc:chgData name="HEMA PRIYA" userId="458969c38c04ed81" providerId="LiveId" clId="{2AEBAFAC-349E-4B78-8943-BD36FAD36252}" dt="2026-08-05T07:04:30.688" v="443" actId="1076"/>
        <pc:sldMkLst>
          <pc:docMk/>
          <pc:sldMk cId="4212321644" sldId="342"/>
        </pc:sldMkLst>
        <pc:spChg chg="mod">
          <ac:chgData name="HEMA PRIYA" userId="458969c38c04ed81" providerId="LiveId" clId="{2AEBAFAC-349E-4B78-8943-BD36FAD36252}" dt="2026-08-05T07:02:52.455" v="433" actId="1076"/>
          <ac:spMkLst>
            <pc:docMk/>
            <pc:sldMk cId="4212321644" sldId="342"/>
            <ac:spMk id="2" creationId="{9C15B30E-0D99-6298-C567-256B1D96A59C}"/>
          </ac:spMkLst>
        </pc:spChg>
        <pc:picChg chg="add mod">
          <ac:chgData name="HEMA PRIYA" userId="458969c38c04ed81" providerId="LiveId" clId="{2AEBAFAC-349E-4B78-8943-BD36FAD36252}" dt="2026-08-05T07:03:02.568" v="436" actId="1076"/>
          <ac:picMkLst>
            <pc:docMk/>
            <pc:sldMk cId="4212321644" sldId="342"/>
            <ac:picMk id="4" creationId="{C5756796-C3A4-75F2-3767-19364820436D}"/>
          </ac:picMkLst>
        </pc:picChg>
        <pc:picChg chg="add mod">
          <ac:chgData name="HEMA PRIYA" userId="458969c38c04ed81" providerId="LiveId" clId="{2AEBAFAC-349E-4B78-8943-BD36FAD36252}" dt="2026-08-05T07:03:06.130" v="437" actId="1076"/>
          <ac:picMkLst>
            <pc:docMk/>
            <pc:sldMk cId="4212321644" sldId="342"/>
            <ac:picMk id="6" creationId="{0F3E8869-AF34-843B-0D40-0FABC2B42261}"/>
          </ac:picMkLst>
        </pc:picChg>
        <pc:picChg chg="add del">
          <ac:chgData name="HEMA PRIYA" userId="458969c38c04ed81" providerId="LiveId" clId="{2AEBAFAC-349E-4B78-8943-BD36FAD36252}" dt="2026-08-05T07:02:58.214" v="435" actId="478"/>
          <ac:picMkLst>
            <pc:docMk/>
            <pc:sldMk cId="4212321644" sldId="342"/>
            <ac:picMk id="8" creationId="{4E2FD799-5C94-E317-55D9-64093FBE6C70}"/>
          </ac:picMkLst>
        </pc:picChg>
        <pc:picChg chg="add mod modCrop">
          <ac:chgData name="HEMA PRIYA" userId="458969c38c04ed81" providerId="LiveId" clId="{2AEBAFAC-349E-4B78-8943-BD36FAD36252}" dt="2026-08-05T07:04:30.688" v="443" actId="1076"/>
          <ac:picMkLst>
            <pc:docMk/>
            <pc:sldMk cId="4212321644" sldId="342"/>
            <ac:picMk id="10" creationId="{DC452C27-54F1-1A92-195C-CCB8126D2F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BB725-F629-4C08-9B4E-A571B859E13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CE162-B5DF-4A67-AD02-7D8E07321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E162-B5DF-4A67-AD02-7D8E073215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64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E162-B5DF-4A67-AD02-7D8E073215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88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E162-B5DF-4A67-AD02-7D8E073215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53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E162-B5DF-4A67-AD02-7D8E073215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95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2DC7-560B-F24D-71B7-8BC926F29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2FE07-B5CA-C41B-4509-5DF3227AE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49CB4-F55C-2B45-A3FB-D849029D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78673-74E5-0CF8-E9E8-A68FC3AB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2EBD5-5BC8-B263-03AE-1F6F254A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0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A873-6DE1-76D8-BFDD-892C0A1F0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EB66-BDE4-3B2E-04FC-4EBF7ABCF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9A15D-6B34-2B06-42AF-485AF5C0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C6BC4-4A94-A3B1-D23D-4C72D6AC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664E0-37CC-5B7F-F6DE-1466F4AD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2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B83D-9703-19A0-7B93-34857F32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AEF58-2570-90F7-6CB7-1377F81A0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69BE0-1694-7798-7104-3070F1AF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5DEE-4163-FFF9-30FF-65617B4C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0804E-EC06-89D7-2598-C6C4AB0E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4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9664-D157-0E83-E1DA-42AF95D6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0932-C529-AEA0-2522-5240814D1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D1C0B-6F1E-E2B3-4BC7-4C924C702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7D7CE-F572-F689-99E3-87DE1039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492D8-504F-0698-EEF2-07CD0712B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EEFF9-5225-75D2-7BF9-1FE9DBFE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6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1D23-4F70-80C2-9CC3-A7D9F4E6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1FA96-0FD3-64CF-C5E4-BC86FDFD3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BCFFA-0EE3-8119-553E-132D7E98A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32C0C-72E1-1EDA-BBE4-D18A2ED5F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BB8C6-DFBB-AF78-B0A7-E015697A8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E3137-3ADB-27FF-134A-554E23B6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DB8C0-5BC3-9C37-B537-43D60201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30308-95ED-D1FC-20CA-229A6041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2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2760-7D27-66EE-E55E-8261994B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604E5-8C5C-DA7B-A2BF-08517F8FE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6D901-AFD8-98A0-A837-27FC9D68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E82F6-49F3-F1B3-5A4B-B854A862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0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D3706-843B-52BD-B628-33631D7A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64FDE-3184-E16B-1241-38EEE53E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15150-0F93-4052-6D36-AA0E9388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6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F301-D7E2-AEB7-DFC2-F13FE78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CC47-3931-CE73-E04F-D465B9396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3C113-7FB3-F3F0-B623-99AEBAE1E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07799-8080-ACB9-D71F-0DA8C5C4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F168A-A35D-E302-2B79-7C3A56FE3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6E1D4-3592-41F0-8BF2-04FD7A61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F8C55-ADED-0312-8ABB-6F059E77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53BD5-C263-BE61-008C-DA3ACB134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7C0F8-84AF-F3D4-4E28-4488CED33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3FE17-A8F6-AC10-76AD-8A2FEBF7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64BF0-3B12-0A4C-3A34-FA7BBF04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74F2B-F02A-4786-CC7A-995D3CFF7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6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4948-D9D0-61E4-3019-A650BDB0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CEFF0-DCC1-1E52-394E-BF8651A43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E26D9-E67E-CB18-BE8B-6E02E89A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6F4B0-4924-385A-9F98-380324C1D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8853A-1047-8CC6-9B0A-5AAC4C46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6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896BE-E01C-C179-58BC-7AF75A40F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19671-B943-0363-08D5-7EEB8941C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185D5-30F2-A4C3-F7F8-EA41C8F9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CE1E9-D577-CC3B-B2E9-AEE672C8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D1D4D-3A01-37C0-CB82-3F530C38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47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C75A02-4AE8-8258-EC1D-240D3D9F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B5A1A-8585-22B7-FA42-483264AB3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28919-AFF7-30D1-7BC2-3C6E94624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1599F-08A3-7A5E-4E8C-7160B886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0DFD5-8BE4-D713-F8EB-D658FC844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4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0A435BBF-9BCB-7DDF-0990-4C668D9EB2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667" y="269840"/>
            <a:ext cx="8603226" cy="1109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EA813-00CE-81A2-59A3-679B76F4247C}"/>
              </a:ext>
            </a:extLst>
          </p:cNvPr>
          <p:cNvSpPr txBox="1"/>
          <p:nvPr/>
        </p:nvSpPr>
        <p:spPr>
          <a:xfrm>
            <a:off x="518160" y="4764744"/>
            <a:ext cx="2702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DR .  SIVASANKAR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EB20B-A822-2B97-9DD1-B14EC7E5F753}"/>
              </a:ext>
            </a:extLst>
          </p:cNvPr>
          <p:cNvSpPr txBox="1"/>
          <p:nvPr/>
        </p:nvSpPr>
        <p:spPr>
          <a:xfrm>
            <a:off x="5923282" y="4764744"/>
            <a:ext cx="2865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</a:p>
          <a:p>
            <a:endParaRPr lang="en-IN" b="1" dirty="0"/>
          </a:p>
          <a:p>
            <a:r>
              <a:rPr lang="en-IN" dirty="0"/>
              <a:t>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 PRIYA 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SUBIKSHA U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BAGYA VENKATESH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646727-EB8B-61F0-6009-63EE7599D0A1}"/>
              </a:ext>
            </a:extLst>
          </p:cNvPr>
          <p:cNvSpPr txBox="1"/>
          <p:nvPr/>
        </p:nvSpPr>
        <p:spPr>
          <a:xfrm>
            <a:off x="1411487" y="2518108"/>
            <a:ext cx="69705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Courier Tracking and Delivery</a:t>
            </a: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Route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70166"/>
            <a:ext cx="7429499" cy="83616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26A335-8427-200B-9716-60B5D0948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C6F5BAFE-5824-79AC-3290-80309B83A8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874" y="270166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23878949;p1">
            <a:extLst>
              <a:ext uri="{FF2B5EF4-FFF2-40B4-BE49-F238E27FC236}">
                <a16:creationId xmlns:a16="http://schemas.microsoft.com/office/drawing/2014/main" id="{E8983C25-1706-635C-F2A4-961D2BF46C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3039" y="184666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9AFE8E-8EED-A8B0-4295-EC235242B18B}"/>
              </a:ext>
            </a:extLst>
          </p:cNvPr>
          <p:cNvSpPr txBox="1"/>
          <p:nvPr/>
        </p:nvSpPr>
        <p:spPr>
          <a:xfrm>
            <a:off x="756918" y="1432560"/>
            <a:ext cx="7630161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courier industry is growing rapidly due to the rise of e-commerce and online shopping.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expect real-time shipment tracking and faster deliveries.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courier services still rely on manual route planning and outdated tracking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delays, inefficient routes, and poor communication reduce customer satisfaction.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need a smart platform that provides shipment visibility and optimized delivery planning.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0F93-595B-298E-92E5-EF9DCAB6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1212" y="380029"/>
            <a:ext cx="3681574" cy="92031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62710E05-3BE2-5D23-D594-B08CDCC28E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577" y="369388"/>
            <a:ext cx="100472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ED983132-E10A-10C6-16A3-D06C9B2ED5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5440" y="374952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5ADF60-F222-B6FA-1F85-2B50AF4D3B53}"/>
              </a:ext>
            </a:extLst>
          </p:cNvPr>
          <p:cNvSpPr txBox="1"/>
          <p:nvPr/>
        </p:nvSpPr>
        <p:spPr>
          <a:xfrm>
            <a:off x="801725" y="1553471"/>
            <a:ext cx="7536893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shipment tracking.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delivery route planning increases travel time and fuel costs.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receive limited updates about shipment status.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managers face difficulty monitoring drivers and deliveries.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cannot efficiently handle large-scale courier operations. </a:t>
            </a:r>
          </a:p>
        </p:txBody>
      </p:sp>
    </p:spTree>
    <p:extLst>
      <p:ext uri="{BB962C8B-B14F-4D97-AF65-F5344CB8AC3E}">
        <p14:creationId xmlns:p14="http://schemas.microsoft.com/office/powerpoint/2010/main" val="1992829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90FF-CE4A-47DB-D2CA-354633D1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480" y="202232"/>
            <a:ext cx="3637280" cy="81376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E3140E34-D505-EB39-4955-721B80BDD8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977" y="197636"/>
            <a:ext cx="100472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B0111CFA-F339-1B1B-E9C9-4A2C51B4F7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2937" y="202232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51E5B8-82AE-16FE-524C-7B9AC2408648}"/>
              </a:ext>
            </a:extLst>
          </p:cNvPr>
          <p:cNvSpPr txBox="1"/>
          <p:nvPr/>
        </p:nvSpPr>
        <p:spPr>
          <a:xfrm>
            <a:off x="965420" y="1452352"/>
            <a:ext cx="7416580" cy="44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courier management platform.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shipment tracking.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delivery routes using intelligent algorithms.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delivery time and transportation costs.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satisfaction through timely notifications.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dashboards for monitoring delivery performance.</a:t>
            </a:r>
            <a:r>
              <a:rPr lang="en-I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946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5506-4FAC-D68B-816B-19D616FF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63" y="22028"/>
            <a:ext cx="9007337" cy="141053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</a:p>
        </p:txBody>
      </p:sp>
      <p:sp>
        <p:nvSpPr>
          <p:cNvPr id="6" name="AutoShape 6" descr="Output image">
            <a:extLst>
              <a:ext uri="{FF2B5EF4-FFF2-40B4-BE49-F238E27FC236}">
                <a16:creationId xmlns:a16="http://schemas.microsoft.com/office/drawing/2014/main" id="{1C5AC794-566F-DD05-5EA7-A24645FAC5C0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532210" y="1615679"/>
            <a:ext cx="7886700" cy="326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IN" dirty="0"/>
              <a:t>    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6EA57BE7-A8F3-1BE5-C012-73151E1DF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0161" y="223712"/>
            <a:ext cx="101214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23878949;p1">
            <a:extLst>
              <a:ext uri="{FF2B5EF4-FFF2-40B4-BE49-F238E27FC236}">
                <a16:creationId xmlns:a16="http://schemas.microsoft.com/office/drawing/2014/main" id="{16791363-F884-4968-C892-B1E8018BCD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3753" y="229645"/>
            <a:ext cx="1140086" cy="10071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7D9256-D971-CA6A-2599-4F3A5322F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581638"/>
              </p:ext>
            </p:extLst>
          </p:nvPr>
        </p:nvGraphicFramePr>
        <p:xfrm>
          <a:off x="548640" y="1824886"/>
          <a:ext cx="8256839" cy="4251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4480">
                  <a:extLst>
                    <a:ext uri="{9D8B030D-6E8A-4147-A177-3AD203B41FA5}">
                      <a16:colId xmlns:a16="http://schemas.microsoft.com/office/drawing/2014/main" val="2478300749"/>
                    </a:ext>
                  </a:extLst>
                </a:gridCol>
                <a:gridCol w="4162359">
                  <a:extLst>
                    <a:ext uri="{9D8B030D-6E8A-4147-A177-3AD203B41FA5}">
                      <a16:colId xmlns:a16="http://schemas.microsoft.com/office/drawing/2014/main" val="3702151835"/>
                    </a:ext>
                  </a:extLst>
                </a:gridCol>
              </a:tblGrid>
              <a:tr h="848089"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860436"/>
                  </a:ext>
                </a:extLst>
              </a:tr>
              <a:tr h="848089"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shipment updates</a:t>
                      </a:r>
                      <a:endParaRPr lang="en-IN" sz="2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shipment tracking</a:t>
                      </a:r>
                      <a:endParaRPr lang="en-IN" sz="2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357271"/>
                  </a:ext>
                </a:extLst>
              </a:tr>
              <a:tr h="848089"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delivery routes</a:t>
                      </a:r>
                      <a:endParaRPr lang="en-IN" sz="2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optimized routes</a:t>
                      </a:r>
                      <a:r>
                        <a:rPr lang="en-US" sz="2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2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181304"/>
                  </a:ext>
                </a:extLst>
              </a:tr>
              <a:tr h="858677"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customer visibility</a:t>
                      </a:r>
                      <a:endParaRPr lang="en-IN" sz="2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shipment status</a:t>
                      </a:r>
                      <a:endParaRPr lang="en-IN" sz="2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433017"/>
                  </a:ext>
                </a:extLst>
              </a:tr>
              <a:tr h="848089"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fuel consumption</a:t>
                      </a:r>
                      <a:endParaRPr lang="en-IN" sz="2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travel distance</a:t>
                      </a:r>
                      <a:endParaRPr lang="en-IN" sz="2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628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87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B6E9-B933-8800-3F5E-708E37DA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D1BC-FE07-446A-E207-D59FA182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11" y="409722"/>
            <a:ext cx="7178919" cy="813639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A5E17F10-EE08-563E-6E2E-6EC7D295DE2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620" y="177456"/>
            <a:ext cx="104262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23878949;p1">
            <a:extLst>
              <a:ext uri="{FF2B5EF4-FFF2-40B4-BE49-F238E27FC236}">
                <a16:creationId xmlns:a16="http://schemas.microsoft.com/office/drawing/2014/main" id="{C8F4FEB3-7864-09B6-EB1B-3AF9A45144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6294" y="177456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7E35DE-0EB6-23CA-8EC9-C528703142E6}"/>
              </a:ext>
            </a:extLst>
          </p:cNvPr>
          <p:cNvSpPr txBox="1"/>
          <p:nvPr/>
        </p:nvSpPr>
        <p:spPr>
          <a:xfrm>
            <a:off x="1340211" y="896759"/>
            <a:ext cx="7178919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i3/i5 Processor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GB RAM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GB SSD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GPS-enabled mobile device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Windows/Linux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(Flask/Django) or Node.js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MySQL/PostgreSQL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 / OpenStreetMap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37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5871A-21FE-0174-96A7-0B1E33AE0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C714-C771-1FFD-06CE-6B58E2596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35" y="415406"/>
            <a:ext cx="7178919" cy="81363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</p:txBody>
      </p:sp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42AE7C00-715A-7137-FC0C-200C54B949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620" y="266728"/>
            <a:ext cx="104262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23878949;p1">
            <a:extLst>
              <a:ext uri="{FF2B5EF4-FFF2-40B4-BE49-F238E27FC236}">
                <a16:creationId xmlns:a16="http://schemas.microsoft.com/office/drawing/2014/main" id="{E3EE96DB-D87A-27DC-7DE0-82A5A9230B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7042" y="177456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009158-6B17-218C-6689-09FA5132284C}"/>
              </a:ext>
            </a:extLst>
          </p:cNvPr>
          <p:cNvSpPr txBox="1"/>
          <p:nvPr/>
        </p:nvSpPr>
        <p:spPr>
          <a:xfrm>
            <a:off x="1080086" y="1349935"/>
            <a:ext cx="7268454" cy="544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user requirements and identify system objectives.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database, user interface, and overall system architecture.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Development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Shipment Management, Route Optimization, and Delivery Dashboard modules.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all modules, test functionality, fix bugs, and optimize performance.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Maintenance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platform, monitor performance, provide updates, and maintain the system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929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B30E-0D99-6298-C567-256B1D96A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560" y="296575"/>
            <a:ext cx="4998720" cy="1007163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C5756796-C3A4-75F2-3767-19364820436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780" y="266728"/>
            <a:ext cx="104262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23878949;p1">
            <a:extLst>
              <a:ext uri="{FF2B5EF4-FFF2-40B4-BE49-F238E27FC236}">
                <a16:creationId xmlns:a16="http://schemas.microsoft.com/office/drawing/2014/main" id="{0F3E8869-AF34-843B-0D40-0FABC2B422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2134" y="266728"/>
            <a:ext cx="114008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FDC414-F2B8-D0EA-8919-1C0465975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60" y="1307628"/>
            <a:ext cx="7346050" cy="510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321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0"/>
            <a:ext cx="7886700" cy="86262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C87712E9-0347-BFF5-158C-B49D168455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054" y="484722"/>
            <a:ext cx="102230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B5EDCD78-5FCE-4C05-9AD0-5DC5CE0825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5840" y="484722"/>
            <a:ext cx="1224542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0A4EF8-F686-FC21-6BD5-613F42187E99}"/>
              </a:ext>
            </a:extLst>
          </p:cNvPr>
          <p:cNvSpPr txBox="1"/>
          <p:nvPr/>
        </p:nvSpPr>
        <p:spPr>
          <a:xfrm>
            <a:off x="972207" y="1888758"/>
            <a:ext cx="78867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shipment visibility.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delivery time.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delivery routes.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fuel consumption.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satisfaction.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delivery planning.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delivery reports and analytics. </a:t>
            </a:r>
          </a:p>
          <a:p>
            <a:pPr lvl="0"/>
            <a:endParaRPr lang="en-I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460" y="2412444"/>
            <a:ext cx="7699560" cy="994172"/>
          </a:xfrm>
        </p:spPr>
        <p:txBody>
          <a:bodyPr>
            <a:normAutofit/>
          </a:bodyPr>
          <a:lstStyle/>
          <a:p>
            <a:r>
              <a:rPr lang="en-US" sz="4050" b="1" dirty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859D5B1A-6E0B-8839-16B6-5C107663270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1146" y="254401"/>
            <a:ext cx="1017752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23878949;p1">
            <a:extLst>
              <a:ext uri="{FF2B5EF4-FFF2-40B4-BE49-F238E27FC236}">
                <a16:creationId xmlns:a16="http://schemas.microsoft.com/office/drawing/2014/main" id="{102F0139-8B1F-5E23-4078-3981CE5935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510" y="254401"/>
            <a:ext cx="1217448" cy="1151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1687</TotalTime>
  <Words>393</Words>
  <Application>Microsoft Office PowerPoint</Application>
  <PresentationFormat>On-screen Show (4:3)</PresentationFormat>
  <Paragraphs>87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Problem Background</vt:lpstr>
      <vt:lpstr>Problem Statement</vt:lpstr>
      <vt:lpstr>Objectives</vt:lpstr>
      <vt:lpstr>Existing vs Proposed System</vt:lpstr>
      <vt:lpstr>Requirements</vt:lpstr>
      <vt:lpstr>Planning</vt:lpstr>
      <vt:lpstr>SYSTEM ARCHITECTURE</vt:lpstr>
      <vt:lpstr>Expected Outcomes</vt:lpstr>
      <vt:lpstr>             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Gautham</dc:creator>
  <cp:keywords/>
  <dc:description>generated using python-pptx</dc:description>
  <cp:lastModifiedBy>subiksha umapathi</cp:lastModifiedBy>
  <cp:revision>29</cp:revision>
  <dcterms:created xsi:type="dcterms:W3CDTF">2013-01-27T09:14:16Z</dcterms:created>
  <dcterms:modified xsi:type="dcterms:W3CDTF">2026-08-07T04:21:21Z</dcterms:modified>
  <cp:category/>
</cp:coreProperties>
</file>