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iksha umapathi" userId="0d7c7aea23e504be" providerId="LiveId" clId="{185D203E-DEA7-4E86-9F6B-3BF5173B47E2}"/>
    <pc:docChg chg="custSel delSld modSld">
      <pc:chgData name="subiksha umapathi" userId="0d7c7aea23e504be" providerId="LiveId" clId="{185D203E-DEA7-4E86-9F6B-3BF5173B47E2}" dt="2026-08-19T07:59:06.856" v="70" actId="47"/>
      <pc:docMkLst>
        <pc:docMk/>
      </pc:docMkLst>
      <pc:sldChg chg="delSp modSp mod">
        <pc:chgData name="subiksha umapathi" userId="0d7c7aea23e504be" providerId="LiveId" clId="{185D203E-DEA7-4E86-9F6B-3BF5173B47E2}" dt="2026-08-19T07:47:22.864" v="10" actId="14100"/>
        <pc:sldMkLst>
          <pc:docMk/>
          <pc:sldMk cId="84797796" sldId="257"/>
        </pc:sldMkLst>
        <pc:spChg chg="mod">
          <ac:chgData name="subiksha umapathi" userId="0d7c7aea23e504be" providerId="LiveId" clId="{185D203E-DEA7-4E86-9F6B-3BF5173B47E2}" dt="2026-08-19T07:46:58.163" v="5" actId="1076"/>
          <ac:spMkLst>
            <pc:docMk/>
            <pc:sldMk cId="84797796" sldId="257"/>
            <ac:spMk id="2" creationId="{00C45B15-CCA5-16A6-5005-EAAD19B7A245}"/>
          </ac:spMkLst>
        </pc:spChg>
        <pc:spChg chg="del mod">
          <ac:chgData name="subiksha umapathi" userId="0d7c7aea23e504be" providerId="LiveId" clId="{185D203E-DEA7-4E86-9F6B-3BF5173B47E2}" dt="2026-08-19T07:47:04.369" v="7"/>
          <ac:spMkLst>
            <pc:docMk/>
            <pc:sldMk cId="84797796" sldId="257"/>
            <ac:spMk id="6" creationId="{034B6F19-0C98-2C89-422C-716DF1B700C3}"/>
          </ac:spMkLst>
        </pc:spChg>
        <pc:picChg chg="mod">
          <ac:chgData name="subiksha umapathi" userId="0d7c7aea23e504be" providerId="LiveId" clId="{185D203E-DEA7-4E86-9F6B-3BF5173B47E2}" dt="2026-08-19T07:47:22.864" v="10" actId="14100"/>
          <ac:picMkLst>
            <pc:docMk/>
            <pc:sldMk cId="84797796" sldId="257"/>
            <ac:picMk id="10" creationId="{BADDE7A4-4B1E-86A4-472A-CD98A2C892FD}"/>
          </ac:picMkLst>
        </pc:picChg>
      </pc:sldChg>
      <pc:sldChg chg="addSp modSp mod">
        <pc:chgData name="subiksha umapathi" userId="0d7c7aea23e504be" providerId="LiveId" clId="{185D203E-DEA7-4E86-9F6B-3BF5173B47E2}" dt="2026-08-19T07:58:46.667" v="68" actId="1076"/>
        <pc:sldMkLst>
          <pc:docMk/>
          <pc:sldMk cId="896044519" sldId="259"/>
        </pc:sldMkLst>
        <pc:spChg chg="mod">
          <ac:chgData name="subiksha umapathi" userId="0d7c7aea23e504be" providerId="LiveId" clId="{185D203E-DEA7-4E86-9F6B-3BF5173B47E2}" dt="2026-08-19T07:58:32.137" v="64" actId="1076"/>
          <ac:spMkLst>
            <pc:docMk/>
            <pc:sldMk cId="896044519" sldId="259"/>
            <ac:spMk id="11" creationId="{C5D55EEA-4688-73C5-668D-B40CDC4CC8F6}"/>
          </ac:spMkLst>
        </pc:spChg>
        <pc:picChg chg="add mod">
          <ac:chgData name="subiksha umapathi" userId="0d7c7aea23e504be" providerId="LiveId" clId="{185D203E-DEA7-4E86-9F6B-3BF5173B47E2}" dt="2026-08-19T07:58:46.667" v="68" actId="1076"/>
          <ac:picMkLst>
            <pc:docMk/>
            <pc:sldMk cId="896044519" sldId="259"/>
            <ac:picMk id="4" creationId="{73B1B3E4-9B67-9B22-F5AA-E3CA8C0B1687}"/>
          </ac:picMkLst>
        </pc:picChg>
      </pc:sldChg>
      <pc:sldChg chg="modSp del mod">
        <pc:chgData name="subiksha umapathi" userId="0d7c7aea23e504be" providerId="LiveId" clId="{185D203E-DEA7-4E86-9F6B-3BF5173B47E2}" dt="2026-08-19T07:58:59.440" v="69" actId="47"/>
        <pc:sldMkLst>
          <pc:docMk/>
          <pc:sldMk cId="4026621589" sldId="260"/>
        </pc:sldMkLst>
        <pc:spChg chg="mod">
          <ac:chgData name="subiksha umapathi" userId="0d7c7aea23e504be" providerId="LiveId" clId="{185D203E-DEA7-4E86-9F6B-3BF5173B47E2}" dt="2026-08-19T07:48:55.324" v="30" actId="20577"/>
          <ac:spMkLst>
            <pc:docMk/>
            <pc:sldMk cId="4026621589" sldId="260"/>
            <ac:spMk id="14" creationId="{0FE993A1-EF57-35BA-2763-F66B5028C47F}"/>
          </ac:spMkLst>
        </pc:spChg>
      </pc:sldChg>
      <pc:sldChg chg="addSp modSp mod">
        <pc:chgData name="subiksha umapathi" userId="0d7c7aea23e504be" providerId="LiveId" clId="{185D203E-DEA7-4E86-9F6B-3BF5173B47E2}" dt="2026-08-19T07:55:53.386" v="53" actId="22"/>
        <pc:sldMkLst>
          <pc:docMk/>
          <pc:sldMk cId="804194968" sldId="261"/>
        </pc:sldMkLst>
        <pc:spChg chg="mod">
          <ac:chgData name="subiksha umapathi" userId="0d7c7aea23e504be" providerId="LiveId" clId="{185D203E-DEA7-4E86-9F6B-3BF5173B47E2}" dt="2026-08-19T07:55:24.825" v="52" actId="1076"/>
          <ac:spMkLst>
            <pc:docMk/>
            <pc:sldMk cId="804194968" sldId="261"/>
            <ac:spMk id="14" creationId="{1A5CC5B7-7799-2C72-1A06-8069FAEF76DD}"/>
          </ac:spMkLst>
        </pc:spChg>
        <pc:picChg chg="add">
          <ac:chgData name="subiksha umapathi" userId="0d7c7aea23e504be" providerId="LiveId" clId="{185D203E-DEA7-4E86-9F6B-3BF5173B47E2}" dt="2026-08-19T07:55:53.386" v="53" actId="22"/>
          <ac:picMkLst>
            <pc:docMk/>
            <pc:sldMk cId="804194968" sldId="261"/>
            <ac:picMk id="3" creationId="{2A844C28-A441-68B8-78D3-DDF3BA7F76EA}"/>
          </ac:picMkLst>
        </pc:picChg>
      </pc:sldChg>
      <pc:sldChg chg="addSp delSp modSp mod">
        <pc:chgData name="subiksha umapathi" userId="0d7c7aea23e504be" providerId="LiveId" clId="{185D203E-DEA7-4E86-9F6B-3BF5173B47E2}" dt="2026-08-19T07:57:53.788" v="62" actId="1076"/>
        <pc:sldMkLst>
          <pc:docMk/>
          <pc:sldMk cId="848193873" sldId="262"/>
        </pc:sldMkLst>
        <pc:spChg chg="mod">
          <ac:chgData name="subiksha umapathi" userId="0d7c7aea23e504be" providerId="LiveId" clId="{185D203E-DEA7-4E86-9F6B-3BF5173B47E2}" dt="2026-08-19T07:57:28.032" v="58" actId="14100"/>
          <ac:spMkLst>
            <pc:docMk/>
            <pc:sldMk cId="848193873" sldId="262"/>
            <ac:spMk id="8" creationId="{7CF47156-0552-C2C1-829B-5D8FC0ADF536}"/>
          </ac:spMkLst>
        </pc:spChg>
        <pc:picChg chg="add del mod">
          <ac:chgData name="subiksha umapathi" userId="0d7c7aea23e504be" providerId="LiveId" clId="{185D203E-DEA7-4E86-9F6B-3BF5173B47E2}" dt="2026-08-19T07:55:56.765" v="54" actId="478"/>
          <ac:picMkLst>
            <pc:docMk/>
            <pc:sldMk cId="848193873" sldId="262"/>
            <ac:picMk id="4" creationId="{F0A14BC0-9A01-66C5-3ECE-91462F835FFE}"/>
          </ac:picMkLst>
        </pc:picChg>
        <pc:picChg chg="add mod">
          <ac:chgData name="subiksha umapathi" userId="0d7c7aea23e504be" providerId="LiveId" clId="{185D203E-DEA7-4E86-9F6B-3BF5173B47E2}" dt="2026-08-19T07:57:53.788" v="62" actId="1076"/>
          <ac:picMkLst>
            <pc:docMk/>
            <pc:sldMk cId="848193873" sldId="262"/>
            <ac:picMk id="9" creationId="{3EADE0CA-6BEF-FB88-FCBA-D99AD2D1A56F}"/>
          </ac:picMkLst>
        </pc:picChg>
      </pc:sldChg>
      <pc:sldChg chg="modSp mod">
        <pc:chgData name="subiksha umapathi" userId="0d7c7aea23e504be" providerId="LiveId" clId="{185D203E-DEA7-4E86-9F6B-3BF5173B47E2}" dt="2026-08-19T07:53:02.050" v="39" actId="20577"/>
        <pc:sldMkLst>
          <pc:docMk/>
          <pc:sldMk cId="2038237857" sldId="263"/>
        </pc:sldMkLst>
        <pc:spChg chg="mod">
          <ac:chgData name="subiksha umapathi" userId="0d7c7aea23e504be" providerId="LiveId" clId="{185D203E-DEA7-4E86-9F6B-3BF5173B47E2}" dt="2026-08-19T07:53:02.050" v="39" actId="20577"/>
          <ac:spMkLst>
            <pc:docMk/>
            <pc:sldMk cId="2038237857" sldId="263"/>
            <ac:spMk id="2" creationId="{A0D2D2BA-BB6E-A1FF-D4FD-802BF83B4B8D}"/>
          </ac:spMkLst>
        </pc:spChg>
        <pc:spChg chg="mod">
          <ac:chgData name="subiksha umapathi" userId="0d7c7aea23e504be" providerId="LiveId" clId="{185D203E-DEA7-4E86-9F6B-3BF5173B47E2}" dt="2026-08-19T07:52:26.654" v="36" actId="1076"/>
          <ac:spMkLst>
            <pc:docMk/>
            <pc:sldMk cId="2038237857" sldId="263"/>
            <ac:spMk id="11" creationId="{66230D9A-D19F-AE29-776D-00D00C433475}"/>
          </ac:spMkLst>
        </pc:spChg>
      </pc:sldChg>
      <pc:sldChg chg="del">
        <pc:chgData name="subiksha umapathi" userId="0d7c7aea23e504be" providerId="LiveId" clId="{185D203E-DEA7-4E86-9F6B-3BF5173B47E2}" dt="2026-08-19T07:59:06.856" v="70" actId="47"/>
        <pc:sldMkLst>
          <pc:docMk/>
          <pc:sldMk cId="114159665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76F98-2E0A-4734-B2B6-F2D638756B62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17D99-95D5-48FF-A95D-91913A42D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64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F1F5-2018-678F-E8F0-5E1B9D1CF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8CCD8-8D79-8842-DC3F-B2F0E6052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F2E75-CCEE-5854-A74B-75EC5A18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53BD1-C2FF-6740-12B8-EDD40469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40C7-EDCA-977D-103C-B50967426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32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1C23-F20B-7968-B6CA-30E494E0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13BEF-B021-60F8-FFDD-3B68EE3AA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4F30-E9FC-AA42-7AE2-92CAEC0D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215BC-7C5A-42F8-F479-302805B2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4B9E-EDB5-8E9E-22BB-C1F7405D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87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1421-6731-F348-2A98-12765E93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B99E-8C4F-1CC1-B422-7C91C2A59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4A20B-0D13-C580-6E72-AD6DD9AB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C64DF-9853-0ACC-0FC9-7BEDF58D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EB65-37E3-50AE-872A-BDC45301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4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4071-C91F-BA78-B361-68A10510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BCD3D-3804-A8A5-70EE-78545F542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C446E-6EE1-E169-7ED8-6A2273569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958B0-35F0-CF1F-02BA-36EF9D5F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91910-D48F-899A-15F8-8E57A377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317B7-3BEE-BDA8-5281-18FB5C21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36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7E54-0199-8C51-7233-66181458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BC6CA-32D2-19C8-8379-C229EDD09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16671-F939-9251-6B49-E2F4837F8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4EA43-C465-8A9B-8D36-FBD42834C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A4D0B-40CC-A7FF-5DAF-9497DACA2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54C65-1450-9801-53CA-290D2686D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F399D-1F5F-4BCD-E79D-6A6B030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64B06-DFED-03D1-2BF8-9B697999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399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9AD1-AA27-7E3B-1670-8DFC998E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B8261-02F7-2686-A50D-21371E0A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71DD0-4B00-BEF5-951A-D32DE0A4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3130C-3D6A-BE4A-59F9-DB249B40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28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007CF-9365-AEB4-5114-79E132DE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45D03-BA35-9E4C-0D9C-AEE8069B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54F20-2315-D6C7-2AA2-162244EB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46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0C2E-1969-1F4F-663E-A2B48B98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95377-7326-6335-55FD-BF9CC84BF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4D4CC-5267-A172-2803-7C1D4CB92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FB842-7D09-53F5-C034-7DF3B3E9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F36C4-27BC-8213-454E-7F1B118A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EE815-265B-FFD8-A726-7841B29E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6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89D2-9486-A137-83FB-70B3C0D5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78F20-277D-E0BC-AC33-7C8BD923C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692CF-F20A-7EFA-2770-73B419048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98087-28AD-27BE-4B06-8FC602CE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64146-A8E0-246F-AB3D-CBD85232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80915-A2A6-16DA-AE00-4C2605E0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48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199C-F28B-6633-358E-7547B4C4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58B68-5879-6501-BDB7-419EEB3A0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CEE28-77BD-F58F-2A07-B97AB7DF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BF9B5-7DE8-CB57-0575-2B5A9509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8E78B-4E38-FAFD-261F-618E7995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74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29CD7-29D8-03CC-CEA6-A7FBBA230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4683B-87C2-6614-C1F9-28E1951AA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1ACFE-D779-96F4-05AF-35FCC963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6521D-F418-4F92-CCE7-C3BC0FC82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668C3-D1AE-6065-EDD2-209CFD71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94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DEDF1D-173F-32CB-CB42-2D0D24602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9DB46-1E6E-5B3E-877F-6412A3665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10661-BE89-927A-3ABD-2BD5C7201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39057-BFC8-4B37-9D4B-6C26FBB6C320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601B3-ADE0-0CED-6B6A-B55CB8E74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C3552-F5B3-6F62-7684-83B160A29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A2AE0-4CC7-4A92-B065-BCA0F39C9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51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0A435BBF-9BCB-7DDF-0990-4C668D9EB2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965" y="278296"/>
            <a:ext cx="11638721" cy="112859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F3646727-EB8B-61F0-6009-63EE7599D0A1}"/>
              </a:ext>
            </a:extLst>
          </p:cNvPr>
          <p:cNvSpPr txBox="1"/>
          <p:nvPr/>
        </p:nvSpPr>
        <p:spPr>
          <a:xfrm>
            <a:off x="3051314" y="2413337"/>
            <a:ext cx="68381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Courier Tracking and Delivery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Route Management Platform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801EA813-00CE-81A2-59A3-679B76F4247C}"/>
              </a:ext>
            </a:extLst>
          </p:cNvPr>
          <p:cNvSpPr txBox="1"/>
          <p:nvPr/>
        </p:nvSpPr>
        <p:spPr>
          <a:xfrm>
            <a:off x="898277" y="4398570"/>
            <a:ext cx="2702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DR .  SIVASANKAR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E3EB20B-A822-2B97-9DD1-B14EC7E5F753}"/>
              </a:ext>
            </a:extLst>
          </p:cNvPr>
          <p:cNvSpPr txBox="1"/>
          <p:nvPr/>
        </p:nvSpPr>
        <p:spPr>
          <a:xfrm>
            <a:off x="8428605" y="4344410"/>
            <a:ext cx="2865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</a:p>
          <a:p>
            <a:endParaRPr lang="en-IN" b="1" dirty="0"/>
          </a:p>
          <a:p>
            <a:r>
              <a:rPr lang="en-IN" dirty="0"/>
              <a:t>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 PRIYA 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SUBIKSHA U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BAGYA VENKATESH</a:t>
            </a:r>
          </a:p>
        </p:txBody>
      </p:sp>
    </p:spTree>
    <p:extLst>
      <p:ext uri="{BB962C8B-B14F-4D97-AF65-F5344CB8AC3E}">
        <p14:creationId xmlns:p14="http://schemas.microsoft.com/office/powerpoint/2010/main" val="210063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924E-510E-ADAB-2DE7-37EA5A05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725" y="315428"/>
            <a:ext cx="3538330" cy="88720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1 Feedback</a:t>
            </a:r>
          </a:p>
        </p:txBody>
      </p:sp>
      <p:pic>
        <p:nvPicPr>
          <p:cNvPr id="6" name="Google Shape;2123878948;p1">
            <a:extLst>
              <a:ext uri="{FF2B5EF4-FFF2-40B4-BE49-F238E27FC236}">
                <a16:creationId xmlns:a16="http://schemas.microsoft.com/office/drawing/2014/main" id="{C6F5BAFE-5824-79AC-3290-80309B83A89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202" y="34095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23878949;p1">
            <a:extLst>
              <a:ext uri="{FF2B5EF4-FFF2-40B4-BE49-F238E27FC236}">
                <a16:creationId xmlns:a16="http://schemas.microsoft.com/office/drawing/2014/main" id="{E8983C25-1706-635C-F2A4-961D2BF46C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4853" y="25545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25D272-8E31-9C1A-D8A2-9781C1BE3A56}"/>
              </a:ext>
            </a:extLst>
          </p:cNvPr>
          <p:cNvSpPr txBox="1"/>
          <p:nvPr/>
        </p:nvSpPr>
        <p:spPr>
          <a:xfrm>
            <a:off x="1280927" y="1570383"/>
            <a:ext cx="968193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After Review 1</a:t>
            </a: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Refined the overall system architecture.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 the system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independent modules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structure and functionality of the Delivery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the flow of shipment information through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initial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and Class Diagram 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major database tables and their relationships.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the Java-based implementation environment.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Stage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System Design → Module Development → Database Integration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66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5B15-CCA5-16A6-5005-EAAD19B7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219" y="103722"/>
            <a:ext cx="4896465" cy="696733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123878948;p1">
            <a:extLst>
              <a:ext uri="{FF2B5EF4-FFF2-40B4-BE49-F238E27FC236}">
                <a16:creationId xmlns:a16="http://schemas.microsoft.com/office/drawing/2014/main" id="{9B7C1774-B55B-F4BE-D789-902A5EA6D47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202" y="34095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23878949;p1">
            <a:extLst>
              <a:ext uri="{FF2B5EF4-FFF2-40B4-BE49-F238E27FC236}">
                <a16:creationId xmlns:a16="http://schemas.microsoft.com/office/drawing/2014/main" id="{C0D831CE-AD77-00F4-D6B6-485DEE686C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4853" y="255450"/>
            <a:ext cx="1140086" cy="10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DDE7A4-4B1E-86A4-472A-CD98A2C892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02" t="8250" r="8633" b="1249"/>
          <a:stretch>
            <a:fillRect/>
          </a:stretch>
        </p:blipFill>
        <p:spPr>
          <a:xfrm>
            <a:off x="1740310" y="961921"/>
            <a:ext cx="8455741" cy="579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377E-1654-306B-666F-98242774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667" y="340950"/>
            <a:ext cx="8061855" cy="927090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1:Shipment Management Module</a:t>
            </a:r>
          </a:p>
        </p:txBody>
      </p:sp>
      <p:pic>
        <p:nvPicPr>
          <p:cNvPr id="5" name="Google Shape;2123878948;p1">
            <a:extLst>
              <a:ext uri="{FF2B5EF4-FFF2-40B4-BE49-F238E27FC236}">
                <a16:creationId xmlns:a16="http://schemas.microsoft.com/office/drawing/2014/main" id="{E5B1DC70-9BA1-EDA6-D43B-FD257FE1668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202" y="34095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23878949;p1">
            <a:extLst>
              <a:ext uri="{FF2B5EF4-FFF2-40B4-BE49-F238E27FC236}">
                <a16:creationId xmlns:a16="http://schemas.microsoft.com/office/drawing/2014/main" id="{885AC0AA-963A-1F71-0389-266532D1B4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4853" y="25545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D55EEA-4688-73C5-668D-B40CDC4CC8F6}"/>
              </a:ext>
            </a:extLst>
          </p:cNvPr>
          <p:cNvSpPr txBox="1"/>
          <p:nvPr/>
        </p:nvSpPr>
        <p:spPr>
          <a:xfrm>
            <a:off x="276202" y="1343492"/>
            <a:ext cx="77515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Shipment Management Module is responsible for creating, storing, updating, and retrieving all shipment-related information throughout the delivery process.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Creation: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the user or administrator to enter new shipment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ID Generation: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 unique identification number for every shipment.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Details: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sender and receiver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Management: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pickup and destination locations.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Status: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statuses such as Pending, In Transit, and Delivered.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Updates: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authorized users to update shipment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Management: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Retrieves and maintains previous shipment records.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Shipment Details → Generate Tracking ID → Store in Database → Update Shipment Status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B1B3E4-9B67-9B22-F5AA-E3CA8C0B1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376" y="1737104"/>
            <a:ext cx="4164292" cy="413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04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123878948;p1">
            <a:extLst>
              <a:ext uri="{FF2B5EF4-FFF2-40B4-BE49-F238E27FC236}">
                <a16:creationId xmlns:a16="http://schemas.microsoft.com/office/drawing/2014/main" id="{A6F3BA28-238C-26C8-14FD-45DD36E570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202" y="34095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23878949;p1">
            <a:extLst>
              <a:ext uri="{FF2B5EF4-FFF2-40B4-BE49-F238E27FC236}">
                <a16:creationId xmlns:a16="http://schemas.microsoft.com/office/drawing/2014/main" id="{B17C2E4F-4B94-0741-F10D-33259D07CB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4853" y="25545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35278C8-8163-C6D7-4709-46857EEC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667" y="340950"/>
            <a:ext cx="8061855" cy="927090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2:Route Optimization Module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CC5B7-7799-2C72-1A06-8069FAEF76DD}"/>
              </a:ext>
            </a:extLst>
          </p:cNvPr>
          <p:cNvSpPr txBox="1"/>
          <p:nvPr/>
        </p:nvSpPr>
        <p:spPr>
          <a:xfrm>
            <a:off x="447061" y="1262612"/>
            <a:ext cx="72881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Route Optimization Module is responsible for identifying an efficient route between the pickup location and destination to improve delivery efficiency.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Accepts pickup and destination locations.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Calculation: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the distance between delivery points.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Planning: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possible delivery paths.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Route Selection: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Selects a suitable route based on distance and delivery requirements.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Reduction: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reduce unnecessary travel distance.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Reduction: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faster delivery by selecting efficient routes.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Planning: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route information for delivery assignment.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Pickup Location + Destination → Route Calculation → Route Selection → Delivery Assignment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844C28-A441-68B8-78D3-DDF3BA7F7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276" y="1805613"/>
            <a:ext cx="4157809" cy="41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9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B2755ABA-2BA7-D43A-3D0C-F16AFF8A73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202" y="34095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1DF4FA38-E964-740D-B923-5A63F51E80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4853" y="25545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B2818D1-D800-9ECB-91FB-11131B0F9761}"/>
              </a:ext>
            </a:extLst>
          </p:cNvPr>
          <p:cNvSpPr txBox="1">
            <a:spLocks/>
          </p:cNvSpPr>
          <p:nvPr/>
        </p:nvSpPr>
        <p:spPr>
          <a:xfrm>
            <a:off x="2235084" y="460220"/>
            <a:ext cx="8061855" cy="9270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3:Delivery Dashboard Module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47156-0552-C2C1-829B-5D8FC0ADF536}"/>
              </a:ext>
            </a:extLst>
          </p:cNvPr>
          <p:cNvSpPr txBox="1"/>
          <p:nvPr/>
        </p:nvSpPr>
        <p:spPr>
          <a:xfrm>
            <a:off x="276202" y="1002890"/>
            <a:ext cx="764859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Delivery Dashboard provides a centralized interface for monitoring shipments, delivery progress, and overall courier operations.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Overview: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total number of shipments.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Monitoring: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Pending, In Transit, and Delivered shipments.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Statistics: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summarized information about current deliveries.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Tracking: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latest status of individual shipments.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Monitoring: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administrators monitor delivery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Management: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access to previous shipment and delivery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View: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important delivery information in one interface.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Indicators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Shipments | Pending | In Transit | Delivered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ADE0CA-6BEF-FB88-FCBA-D99AD2D1A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497" y="1774049"/>
            <a:ext cx="4266301" cy="419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9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950A63C7-D7CC-2254-FC03-7FBBD7AE58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202" y="34095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7F4358A5-9347-6B2F-0BA5-D1CA0B9F84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4853" y="25545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1A7DE98-4664-8955-17FB-FFC07F7D839E}"/>
              </a:ext>
            </a:extLst>
          </p:cNvPr>
          <p:cNvSpPr txBox="1">
            <a:spLocks/>
          </p:cNvSpPr>
          <p:nvPr/>
        </p:nvSpPr>
        <p:spPr>
          <a:xfrm>
            <a:off x="2235084" y="460220"/>
            <a:ext cx="8061855" cy="9270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3E3462A-9B08-911C-BEE5-FB6CD45D859B}"/>
              </a:ext>
            </a:extLst>
          </p:cNvPr>
          <p:cNvSpPr txBox="1">
            <a:spLocks/>
          </p:cNvSpPr>
          <p:nvPr/>
        </p:nvSpPr>
        <p:spPr>
          <a:xfrm>
            <a:off x="2387484" y="612620"/>
            <a:ext cx="8061855" cy="9270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A47790-CBA3-FE54-1422-37875637F2E2}"/>
              </a:ext>
            </a:extLst>
          </p:cNvPr>
          <p:cNvSpPr txBox="1">
            <a:spLocks/>
          </p:cNvSpPr>
          <p:nvPr/>
        </p:nvSpPr>
        <p:spPr>
          <a:xfrm>
            <a:off x="4033020" y="460220"/>
            <a:ext cx="4125959" cy="4996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230D9A-D19F-AE29-776D-00D00C433475}"/>
              </a:ext>
            </a:extLst>
          </p:cNvPr>
          <p:cNvSpPr txBox="1"/>
          <p:nvPr/>
        </p:nvSpPr>
        <p:spPr>
          <a:xfrm>
            <a:off x="1133765" y="1387310"/>
            <a:ext cx="9471088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Modules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username and password.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validates the login.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login opens dashboard.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tracking ID.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shipment details.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delivery status.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Courier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courier.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vehicle details.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courier to shipment. 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2D2BA-BB6E-A1FF-D4FD-802BF83B4B8D}"/>
              </a:ext>
            </a:extLst>
          </p:cNvPr>
          <p:cNvSpPr txBox="1"/>
          <p:nvPr/>
        </p:nvSpPr>
        <p:spPr>
          <a:xfrm>
            <a:off x="6606729" y="1690058"/>
            <a:ext cx="39981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route.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destinations.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courier.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route details.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inserted, updated, deleted and retrieved.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60% of the core system is completed.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23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C22C613B-58E5-1284-FBAF-F144EE5A36F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202" y="34095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5D4A4BF2-51D9-F49B-1174-AAD572B28B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4853" y="25545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72351F8-3205-DDB4-35BF-47B94E6F3168}"/>
              </a:ext>
            </a:extLst>
          </p:cNvPr>
          <p:cNvSpPr txBox="1">
            <a:spLocks/>
          </p:cNvSpPr>
          <p:nvPr/>
        </p:nvSpPr>
        <p:spPr>
          <a:xfrm>
            <a:off x="4911400" y="509209"/>
            <a:ext cx="2062980" cy="4996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230E4-AA5C-D8E5-60E6-EF90D7754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955" y="1412824"/>
            <a:ext cx="5545393" cy="40323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51B2E7-D5CD-64FC-B5F6-1C5CCD512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77" y="1412823"/>
            <a:ext cx="5933968" cy="403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40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5594B740-B5E0-9D84-0A09-562E98011E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202" y="34095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59BE7DD3-79DC-A7DD-8B15-5DBE5A8C8D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4853" y="25545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39A6AA1-1A62-48DB-5D3D-0029FF942745}"/>
              </a:ext>
            </a:extLst>
          </p:cNvPr>
          <p:cNvSpPr txBox="1">
            <a:spLocks/>
          </p:cNvSpPr>
          <p:nvPr/>
        </p:nvSpPr>
        <p:spPr>
          <a:xfrm>
            <a:off x="4593348" y="489330"/>
            <a:ext cx="3149236" cy="4996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479F4-342A-FBC2-702A-BA51BA4CBEA4}"/>
              </a:ext>
            </a:extLst>
          </p:cNvPr>
          <p:cNvSpPr txBox="1"/>
          <p:nvPr/>
        </p:nvSpPr>
        <p:spPr>
          <a:xfrm>
            <a:off x="1420076" y="1809813"/>
            <a:ext cx="428498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 flow between the three modules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accurate shipment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multiple shipment records efficiently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simple and user-friendly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consistent data between the application and database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8A295-949E-6FCD-CBD6-A04DD461210E}"/>
              </a:ext>
            </a:extLst>
          </p:cNvPr>
          <p:cNvSpPr txBox="1"/>
          <p:nvPr/>
        </p:nvSpPr>
        <p:spPr>
          <a:xfrm>
            <a:off x="6486941" y="2086812"/>
            <a:ext cx="490330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separate modules with defined responsibilities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structured shipment status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organized database tables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centralized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JDBC for reliable Java–MySQL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49487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A49E9DC-0745-CCFF-72F3-3A79F550D80C}"/>
              </a:ext>
            </a:extLst>
          </p:cNvPr>
          <p:cNvSpPr txBox="1">
            <a:spLocks/>
          </p:cNvSpPr>
          <p:nvPr/>
        </p:nvSpPr>
        <p:spPr>
          <a:xfrm>
            <a:off x="4302423" y="2875429"/>
            <a:ext cx="3887421" cy="9270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60402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625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Review 1 Feedback</vt:lpstr>
      <vt:lpstr> Architecture diagram </vt:lpstr>
      <vt:lpstr>MODULE 1:Shipment Management Module</vt:lpstr>
      <vt:lpstr>MODULE 2:Route Optimization Module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subiksha umapathi</dc:creator>
  <cp:lastModifiedBy>subiksha umapathi</cp:lastModifiedBy>
  <cp:revision>8</cp:revision>
  <dcterms:created xsi:type="dcterms:W3CDTF">2026-08-18T14:53:21Z</dcterms:created>
  <dcterms:modified xsi:type="dcterms:W3CDTF">2026-08-19T07:59:07Z</dcterms:modified>
</cp:coreProperties>
</file>